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1F5E-554B-5C77-93A3-5B12B55BE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C5CA2-F157-0D04-2021-96F212289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72C1-0EB6-58A4-E8B7-D9D62624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099D6-A2BB-C037-2456-8F5E707D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11FF-288F-23AD-5BA3-1ACEC2FE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37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33AE-43AC-0479-5DB0-C394D7A0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67B85-8551-900A-3E45-D5175FDF7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32FDE-52E6-76EA-CC23-F7F8380E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26F88-F740-9F51-3B8C-EFFF8A90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A07D-49F2-5002-95EF-3563E0E3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72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2EBD-E300-AA06-49F1-AB6B4523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B757-7CAA-D745-09FE-B243471BF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FD3CF-032D-EACD-1DAE-8A4FA73C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DA90-F73C-6E15-CF97-2F67E944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3F154-E367-7E16-D0D5-E5CB2623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33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8A71-7B1C-7977-FE51-90EFF852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5D76-A740-CDC2-9C08-F620F2862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59DF6-1AA9-1519-9DDC-60639EB5F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1B8DE-F774-7475-0E8F-C009CC0C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2FA60-F175-69FE-44DA-E2BF32BD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25EC9-068F-E0DE-A9E0-D1BEE60D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1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B152-EC6E-A906-1E8C-52026B1B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F1479-8B0F-005D-A948-453040B3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F59D4-F3E9-F0DF-A79B-9695B0EA2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0C75D-E9D4-16EF-D4F2-696F0FEBE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8BC88-AF7D-2FA7-47D7-A798A2D3B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DEE61-52CC-3A19-13E6-A1C76997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785CB-3771-D628-B809-57C0BC94B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01E4FB-EF72-2600-F6F9-6A107262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0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84D2-AC55-3937-8BCA-2B6E7D96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D8034-D805-26CD-E440-C89FBE29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B5D94-0B13-1F0F-1473-17605F70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36459-CC6C-9D43-5799-8A60F843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41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221650-F42F-86BF-AAC5-A6F1C74D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BCF6C-8C02-A6DE-194A-096DEEFC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78A7-6638-DB64-5CFA-449533D5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5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33DA-6A8A-7676-40CF-7412DB79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26E74-5A20-0555-B8BD-32753957F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956AC-2509-ED56-57DC-485DA445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FF0F3-6B7D-BACC-E148-44D4D4C7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76EE8-C578-9403-1982-94019592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9EFA5-4E73-9508-EDE1-AA681CD7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93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AE84-9CAF-13E6-8D19-EB6723C1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ED688-EBBC-1199-8006-2F80FD1B3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C74DA-D7A0-B6C4-AFC6-691935A96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EDF21-C6E8-55B2-3F69-6FBBE32B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9A8A3-35A0-15E7-A0C1-BAC7C91C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3E2A6-A12E-222D-7A73-FBCA8D38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71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3490-E98C-3889-FC78-99FB293B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5151C-E777-BF94-CD57-F38B0C5C1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3A324-F7F2-9794-75D4-4696AAFA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64F1E-E303-01D2-C532-CE3AF11D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9A96E-8B93-C87D-1384-F3BF43CE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DC8AF6-FC65-C99A-36C5-2ECE9B3F5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745A0-D5E0-A045-C3FB-F2188BC3A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3DD26-1A41-2D80-7CFB-67900905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0C14C-CA26-0AB0-96C1-F20544C4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9D334-8472-C80F-CF81-DD53CF70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77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35911-5DBE-A96F-CB47-60EC8584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19F2D-F7C7-52FB-8DD4-90F10585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21AB-69B3-4DD0-E459-4E58EEAB1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A2136-CCB1-48C2-BC9A-33B7B1CA3AE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19B7D-DC89-DFB5-B180-5E89D0E41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4EAD3-B6B9-30CB-1226-9B948257D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7F5EC-C255-4776-A0BA-ABB149D7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14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717B-C078-68B0-D160-A642C54C0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4875"/>
            <a:ext cx="9144000" cy="148653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3A1C47-5ACC-2387-775B-5ECB1CA8D5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6616" y="885186"/>
            <a:ext cx="117317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Myers-Briggs Type Indicator (MBTI)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personality framework that classifies individuals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distinct personality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1.Extraversion (E) vs. Introversion (I)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Sensing (S) vs. Intuition 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Thinking (T) vs. Feeling (F)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Judging (J) vs. Perceiving (P)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first answer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multiple-choice questions to identify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deeper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responses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 more accurate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personality prediction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4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5B7B-352B-FD34-9C08-700F5A23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95161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F3B3058-4372-CBDC-C92F-10581C051B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35" y="1200740"/>
            <a:ext cx="1157431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MBTI personality types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responses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Gather data through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Clean and preprocess the text for ML models.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Train the model using algorithms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Evaluate the model using metrics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10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C5DC-CF4E-94A5-F857-1A49C36A8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7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F4F06F-9C32-6CE6-530C-AD8A8E99F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4816" y="1542802"/>
            <a:ext cx="1023518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MBTI types have more data, leading to biased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Ambiguity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expression may not fully reflect their true personality.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Overfitting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may perform well on training data but fail on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Noisy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data contains slang and irrelevant info.</a:t>
            </a:r>
          </a:p>
        </p:txBody>
      </p:sp>
    </p:spTree>
    <p:extLst>
      <p:ext uri="{BB962C8B-B14F-4D97-AF65-F5344CB8AC3E}">
        <p14:creationId xmlns:p14="http://schemas.microsoft.com/office/powerpoint/2010/main" val="253145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F718-0D05-F9D6-4AC6-B745B723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95B9-F83A-6439-6D7C-5B133F18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74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web/mobile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predictions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deeper text understanding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Compare results across platforms (Twitter, Instagram)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49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AEF9-499D-F50A-DA08-2B06EA19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877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if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CD44A0-9615-722D-BAA0-29477DC22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896" y="1324530"/>
            <a:ext cx="1037234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Counseling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personality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Leadership Development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Tailor leadership training to fit personality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Evaluate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personality 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Customize learning approaches based on personality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Growth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 individuals understand their strengths and areas for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4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359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Abstract</vt:lpstr>
      <vt:lpstr>Aim and Objectives</vt:lpstr>
      <vt:lpstr>Challenges</vt:lpstr>
      <vt:lpstr>Innovation and Future Scope</vt:lpstr>
      <vt:lpstr>Use Case if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TORANE</dc:creator>
  <cp:lastModifiedBy>MANAS TORANE</cp:lastModifiedBy>
  <cp:revision>1</cp:revision>
  <dcterms:created xsi:type="dcterms:W3CDTF">2025-07-21T14:33:42Z</dcterms:created>
  <dcterms:modified xsi:type="dcterms:W3CDTF">2025-07-21T14:54:17Z</dcterms:modified>
</cp:coreProperties>
</file>